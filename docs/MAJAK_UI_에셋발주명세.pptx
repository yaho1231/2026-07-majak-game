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kul-Documents-deeplolDiscord/ea3f2d79-5360-47eb-b026-e40131fe0833/scratchpad/ppt/shots/tab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84708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400" kern="0" dirty="0">
                <a:solidFill>
                  <a:srgbClr val="D6B2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MAJAK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2697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리뉴얼 — 에셋 발주 명세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구현(코드 그대로 렌더) 대조 · 우선순위 P0 → P3 정렬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51389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아트 디렉션(7/25 확정): </a:t>
            </a:r>
            <a:pPr indent="0" marL="0">
              <a:buNone/>
            </a:pPr>
            <a:r>
              <a:rPr lang="en-US" sz="1300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먹·수묵 × 픽셀 × 클린 다크 — 네온 폐기 · 어두운 남색 유지 · 패 뒷면 심록 #1E4034 · 흰 패가 최고 밝기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스냅샷 2026-07-25 (57차) · App.tsx 7,886줄 · styles.css 6,207줄 · 상세: docs/19_UI_ASSET_SPEC.md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실태 — 왜 “전면 구축” 발주인가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02736" cy="1664208"/>
          </a:xfrm>
          <a:prstGeom prst="roundRect">
            <a:avLst>
              <a:gd name="adj" fmla="val 4945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3990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58952" y="2130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에셋 전부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45973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마작패 PNG뿐 · CSS url() 참조 0건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25112" y="1234440"/>
            <a:ext cx="3602736" cy="1664208"/>
          </a:xfrm>
          <a:prstGeom prst="roundRect">
            <a:avLst>
              <a:gd name="adj" fmla="val 4945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144" y="13990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24종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81144" y="2130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아이콘 = 이모지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1144" y="245973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⚙✕↻👑🔒… OS마다 다르게 렌더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47304" y="1234440"/>
            <a:ext cx="3602736" cy="1664208"/>
          </a:xfrm>
          <a:prstGeom prst="roundRect">
            <a:avLst>
              <a:gd name="adj" fmla="val 4945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13990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0개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03336" y="2130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웹폰트·파비콘·토큰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03336" y="245973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Pretendard 선언만 있고 미로드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18104"/>
            <a:ext cx="3602736" cy="1664208"/>
          </a:xfrm>
          <a:prstGeom prst="roundRect">
            <a:avLst>
              <a:gd name="adj" fmla="val 4945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2826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67종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58952" y="4014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CSS 키프레임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" y="43434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연출 전부 코드로 그림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25112" y="3118104"/>
            <a:ext cx="3602736" cy="1664208"/>
          </a:xfrm>
          <a:prstGeom prst="roundRect">
            <a:avLst>
              <a:gd name="adj" fmla="val 4945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32826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108종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81144" y="4014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 (계속 증가)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81144" y="43434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개별작 불가 → 조립 시스템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3118104"/>
            <a:ext cx="3602736" cy="1664208"/>
          </a:xfrm>
          <a:prstGeom prst="roundRect">
            <a:avLst>
              <a:gd name="adj" fmla="val 4945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3336" y="32826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315+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403336" y="4014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예상 발주 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03336" y="43434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docs/17 물량 + 본 문서 갱신분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53492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덱의 오른쪽 이미지는 전부 </a:t>
            </a:r>
            <a:pPr indent="0" marL="0">
              <a:buNone/>
            </a:pPr>
            <a:r>
              <a:rPr lang="en-US" sz="130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게임 CSS(styles.css)를 그대로 렌더한 현재 상태</a:t>
            </a:r>
            <a:pPr indent="0" marL="0">
              <a:buNone/>
            </a:pPr>
            <a:r>
              <a:rPr lang="en-US" sz="13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스크린샷입니다. 목업이 아니라 “지금 이렇게 보인다” 입니다.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우선순위: P0 저작권·기반 → P1 셀링 포인트(증강·버튼) → P2 도파민(연출·결과) → P3 완성도(사운드·브랜딩)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마작패 — 앞면 37종 전량 재제작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1m~9m · 1p~9p · 1s~9s (27종)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수패 — 파일명은 코드가 직접 참조, 절대 변경 불가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1z~4z · 5z~7z (7종)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동남서북 풍패 · 백발중 삼원패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0m · 0p · 0s (3종)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패산의 진짜 적5 — 빨강 외 형태 단서 병기(색맹 대응)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PNG-24 투명 · @1x 80×129 + @2x/@3x · SVG 원본(레이어 유지)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17px 검수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 패널 미니 크기에서 1만↔1삭이 구분돼야 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세트는 출처 불명(저작권 리스크) — 기존 마작 게임 트레이스·파생 금지 조항 필수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1033272"/>
            <a:ext cx="6611112" cy="5321808"/>
          </a:xfrm>
          <a:prstGeom prst="roundRect">
            <a:avLst>
              <a:gd name="adj" fmla="val 1203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tiles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15568"/>
            <a:ext cx="6446520" cy="5157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두께 4변형 + 뒷면 심록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{패}_top / bottom / left / right.png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37종×4 = 148장 — 앞면 정투영 유지, 한 변에만 측면 두께 3~6px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후로 방향 규칙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울어온 상대 방향의 두께 변형 사용 → “누구에게서 울었나”가 보임 (docs/18 §10)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back.png + back_{4방향}.png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뒷면 5종 — 심록 #1E4034 확정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교체 지점 4곳 동시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.tile-back-face · .back-v · .back-h · .dora-back (청록 그라디언트 중복)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절반이 뒷면(상대 손패 3인분 + 미공개 도라 + 안깡) — 이 하나로 전체 인상이 바뀌는 단일 최우선 에셋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1830605"/>
            <a:ext cx="6611112" cy="3727143"/>
          </a:xfrm>
          <a:prstGeom prst="roundRect">
            <a:avLst>
              <a:gd name="adj" fmla="val 1717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tiles-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912901"/>
            <a:ext cx="6446520" cy="35625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09828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 동봉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40764" y="310896"/>
            <a:ext cx="10108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백로그 전용 신규 패 — 삼광 · 영의 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gwang_{crane|curtain|moon|phoenix|rain}.png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삼광(三光) — 화투 광 5장이 패산에 침공. 뽑는 즉시 공개 진열, 3광 만관급·5광 역만급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zero_m / zero_p / zero_s.png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영(零)의 패 — 0만·0통·0삭 각 1장. 0-1-2 슌쯔 + 적도라 2개 취급. ⚠ 0m/0p/0s는 적5가 선점 → 별도 파일명 필수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gwang-tray@2x.png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광 공개 진열대 — 광 진행도 전원 공개가 게임 디자인의 핵심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btn-call-zero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바닥의 0을 줍는 전용 콜 버튼 (액션 7번째 톤)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 에셋이 없어 구현 보류된 유일한 증강 2종 (docs/16 §2 · 17번 밸런스 문서 “신규 패 종류 자체를 만들어야 한다”). 화풍 통일 위해 37종 재제작에 옵션 8종 동봉 권장 · 북풍 상인은 표준 北이라 이미 구현 완료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2302431"/>
            <a:ext cx="6611112" cy="2783491"/>
          </a:xfrm>
          <a:prstGeom prst="roundRect">
            <a:avLst>
              <a:gd name="adj" fmla="val 2300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tiles-back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384727"/>
            <a:ext cx="6446520" cy="26188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 변형 오버레이 (구현된 증강용)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tile-fx-red / tile-fx-red-own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적도라화 오버레이 — 붉은 손길이 1~9 아무 숫자나 적도라화. 현재는 무조건 적5 그림으로 강제(3만→적5만으로 보이는 불일치)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tile-fx-conjured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생성패 보라 표식 — 연금술사·소환·분열 등 16종 증강 공유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tile-fx-dora / dora-own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 도라(금) / 개인 도라(장미금) 발광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icon-seal / danger / dice.svg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🔒⚠🎲 이모지 뱃지 → 커스텀 아이콘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fx-tile-morph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 A→B 변형 모프 스프라이트 — “종류가 바뀌는 순간”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발광류는 전부 reduced-motion용 정지 프레임(가장 밝은 상태) 1장 동봉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2276529"/>
            <a:ext cx="6611112" cy="2835293"/>
          </a:xfrm>
          <a:prstGeom prst="roundRect">
            <a:avLst>
              <a:gd name="adj" fmla="val 2258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tiles-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358825"/>
            <a:ext cx="6446520" cy="26707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작탁 배경 · 보드 프레임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bg-table@2x.webp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작탁 전체 배경 — 현재 radial-gradient 1개가 배경의 전부 (텍스처·이미지 0)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board-frame@2x.png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보드 외곽 9-slice 프레임 — 현재 아예 부재(투명 배치 박스)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board-river-guide@2x.png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버림패 6×3 영역 가이드 — 은은한 각인 수준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1920×1080 기준 + 2560 대응 · 다크(#0A1826) 위 검수 · 흰 배경 목업 금지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수묵 피벗: 어두운 남색 유지 + 종이/먹 미세 텍스처 — 흰 패가 화면 최고 밝기 주인공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1798796"/>
            <a:ext cx="6611112" cy="3790760"/>
          </a:xfrm>
          <a:prstGeom prst="roundRect">
            <a:avLst>
              <a:gd name="adj" fmla="val 1689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tab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81092"/>
            <a:ext cx="6446520" cy="3626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중앙 인포 패널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panel-center-frame@2x.png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270×270 패널 9-slice — 금테 + 코너 장식 (유리→종이/옻칠 재질 검토)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wind-{e|s|w|n}.svg + 친 변형 4종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자풍 표식 — 현재 한자 텍스트 칩. 오야는 붉은 버전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marker-dealer@2x.png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오야 마커 — 현재 턴 금색이 오야 적색을 덮어 표시가 사라지는 문제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stick-1000 · stick-100 · stick-1000-pile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리치봉·본장봉·공탁 더미 — 현재 CSS 막대와 텍스트(供2 · 2본장)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panel-dora-tray · fx-turn-glow-{4방향}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도라 5칸 트레이(공개/미공개) · 턴 방향 발광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wall-stack.png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남은 패산 — “×70” 텍스트 → 패산 뭉치 + 잔여 경고 상태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02145" y="905256"/>
            <a:ext cx="6157831" cy="5577840"/>
          </a:xfrm>
          <a:prstGeom prst="roundRect">
            <a:avLst>
              <a:gd name="adj" fmla="val 1148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center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4441" y="987552"/>
            <a:ext cx="5993239" cy="5413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강(버림패) · 드롭존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{패}_left / _right (두께 변형)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리치 눕힘 패 — 현재 같은 PNG 평면 회전이라 “종잇장”. 두께 도입 시 자연 해결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fx-dust-ring.png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타패 착지 먼지 링 스프라이트 — 현재 CSS 원형 도형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dropzone-frame@2x.png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버림 드롭존 — 손그림 먹선 프레임 + 화살표, normal/over 2상태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최신패 강조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금테 발광 톤 스펙 (rt-latest)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597343"/>
            <a:ext cx="6611112" cy="4193667"/>
          </a:xfrm>
          <a:prstGeom prst="roundRect">
            <a:avLst>
              <a:gd name="adj" fmla="val 1526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ri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79639"/>
            <a:ext cx="6446520" cy="4029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폰트 · 기반 인프라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Pretendard-Variable.woff2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웹폰트 실로딩 — 현재 CSS 선언만 있고 로드 안 됨(OS 기본 고딕 폴백 렌더 중)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favicon 16/32/180/512 + og-image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 탭·공유 카드 — 현재 전무, 탭엔 기본 아이콘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logo-{h|square|symbol|mono}.svg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워드마크 — 현재 letter-spacing 텍스트 3곳 (우측 MAJAK)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num-score-* 숫자 세트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점수판 감성의 핵심 — 대/중/소 3사이즈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design-tokens.md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:root 토큰 0개(전부 하드코딩) — 디자이너 토큰표가 곧 표준이 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body 배경 1줄(첫 로드 흰 화면 번쩍임 제거)은 개발 선행 과제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38394" y="905256"/>
            <a:ext cx="6085332" cy="5577840"/>
          </a:xfrm>
          <a:prstGeom prst="roundRect">
            <a:avLst>
              <a:gd name="adj" fmla="val 1148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lob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690" y="987552"/>
            <a:ext cx="5920740" cy="5413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6FB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 카테고리 8종 아이콘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augcat-{key}-{16|32|256}.svg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8종 × 3사이즈 — pill 16px 모노 실루엣(극소 판독성 필수) / 배지 32px / 컷인 256px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색 고정 (--fx-color)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scoring 금 · info 청록 · hand 보라 · call 초록 · riichi 주황 · defense 하늘 · disrupt 분홍 · etc 연보라 — 수묵 피벗 시 “색먹 8색”으로 계승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선행 2건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.aug-cat-* CSS 미정의(JSX만 클래스 부여) · 명시 매핑 69/108 — 신규 증강이 etc(✦)로 뭉개짐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2537460"/>
            <a:ext cx="6611112" cy="2313432"/>
          </a:xfrm>
          <a:prstGeom prst="roundRect">
            <a:avLst>
              <a:gd name="adj" fmla="val 2767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aug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619756"/>
            <a:ext cx="6446520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6FB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드래프트 카드 (게임을 파는 화면)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draft-card-frame@2x.png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프레임 1종 — 티어(실버/골드/프리즘) UI 폐기, 전 카드 tier-prism 하드코딩 → 티어별 프레임 발주 금지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aug-{id}-card.png × 108종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 일러스트 — 카테고리 프레임 8 + 심볼 라이브러리 40~50 + 조합 규칙의 “조립 시스템”으로 납품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draft-card-back · badge-active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 뒷면(뒤집기 연출 대비) · 액티브 ⚡ 배지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timer-ring@2x.png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카운트다운 링 — 현재 텍스트 pill, normal/urgent(≤5초) 2상태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 DOM에 일러스트 슬롯 자체가 없음 — 아트 납품 전 개발 선행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1788193"/>
            <a:ext cx="6611112" cy="3811965"/>
          </a:xfrm>
          <a:prstGeom prst="roundRect">
            <a:avLst>
              <a:gd name="adj" fmla="val 1679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70489"/>
            <a:ext cx="6446520" cy="36473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6FB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 pill · 툴팁 · 상태 뱃지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aug-pill-bg@2x.png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이름표 증강 pill — 최대 2슬롯, 빈 슬롯 표시 없음(슬롯 프레임 개념 검토)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tooltip-frame@2x.png + 꼬리 6방향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꼬리 없음 · 툴팁 3계층 분열(native title 40곳 / 보라 aug-tip / 적색 wait-tip) 통합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augstate-{19종}.svg + 배경 2톤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상시 상태 뱃지 — 스파이·업보·표적·리치봉인 등 전부 이모지 → 커스텀 (정보급/경고급)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btn-aug-{normal|on|disabled}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액티브 증강 버튼 3상태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104900"/>
            <a:ext cx="6611112" cy="5178552"/>
          </a:xfrm>
          <a:prstGeom prst="roundRect">
            <a:avLst>
              <a:gd name="adj" fmla="val 1236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aug-bad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87196"/>
            <a:ext cx="6446520" cy="5013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6FB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 선택 모달 (9종 공유)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modal-pick-frame@2x.png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공유 패널 9-slice — 두루마리/장지 모티프(수묵 정합)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modal-tile-cell-{3상태}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 셀: 가능 / 선택됨(청록) / 불가 — 88px 고정 컬럼, 패 scale(1.3) 확대라 @2x 필수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deadwall-slot-{4종} + 범례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왕패 슬롯색: 영상 초록 · 도라 금 · 공개도라 글로우 · 뒷도라 보라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foresight-slot + 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예지 드래그 재배열 4칸 + 자리 라벨(하가·대면·상가·나) — UI 재설계 백로그, 착수 전 기획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icon-modal-{6종}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타이틀 이모지(🎨🔮🔴🤫🏯🔄) 교체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606296"/>
            <a:ext cx="6611112" cy="4175760"/>
          </a:xfrm>
          <a:prstGeom prst="roundRect">
            <a:avLst>
              <a:gd name="adj" fmla="val 1533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aug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88592"/>
            <a:ext cx="6446520" cy="401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6FB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액션 버튼 — 6톤 × 4상태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btn-{win|riichi|call|pass|cancel|aug}-{4상태}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론쯔모(주황)·리치(적)·치펑깡(청)·패스·취소(회)·증강(보라) — 현재 hover 확대 하나뿐, pressed/disabled/focus 전무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actionbar-frame@2x.png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 프레임 — 프롬프트 등장 “삑” SFX에 대응하는 시각 큐 포함(사운드 OFF 유저)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치 변형 선택 UI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라벨 버튼 N개 나열이 현재 방식 — 적도라 포함/제외 조합 구분자 필요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21px/800 한글 조판 · 최소 터치 44px · 눌림 깊이/사운드 싱크 스펙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영의 패 도입 시 btn-call-zero 7번째 톤 추가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2394204"/>
            <a:ext cx="6611112" cy="2599944"/>
          </a:xfrm>
          <a:prstGeom prst="roundRect">
            <a:avLst>
              <a:gd name="adj" fmla="val 246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action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476500"/>
            <a:ext cx="6446520" cy="2435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6FB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· 기본 컨트롤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toggle-{off|on|disabled} · qt-chip-{off|on}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스위치(녹색) vs 인게임 퀵토글(호박 LED) — 같은 개념 다른 색, 통일 결정 필요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slider-track / thumb · checkbox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브라우저 네이티브(accent-color만) — OS마다 다르게 보임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input-{normal|focus|error}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입력창 — focus 링/placeholder/error 스타일 현재 전무(접근성)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btn-{primary|secondary|danger|ghost} × 4상태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 버튼 시스템 — 현재 개별 버튼 클래스 32종 난립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icon-{sort|autowin|nomeld|autodiscard} + 설정 8종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퀵토글·설정 행 아이콘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745782"/>
            <a:ext cx="6611112" cy="3896788"/>
          </a:xfrm>
          <a:prstGeom prst="roundRect">
            <a:avLst>
              <a:gd name="adj" fmla="val 1643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togg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28078"/>
            <a:ext cx="6446520" cy="37321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플레이어 UI · 타이머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nameplate-{normal|turn}@2x.png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이름표 9-slice — 4방향 배치, 900px 이하에서 좌우 이름표가 통째로 사라짐 → 축약형 별도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timer-track / fill + 숫자·긴급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턴 게이지 — 현재 30초 CSS 하드코딩·서버 미동기·숫자 없음 (deadline 프로토콜 개발 선행)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timer-ring-mini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상대 턴 타이머 — 현재 전무, 좌석별 소형 링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emblem-seat-{12~20종}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방위 모티프 좌석 문장 — 아바타 대체(인물 일러스트 없음 정책)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badge-{tenpai|noten|disconnected}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유국 텐파이 공개 · 이탈 표시 — 프로토콜 추가 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915427"/>
            <a:ext cx="6611112" cy="3557497"/>
          </a:xfrm>
          <a:prstGeom prst="roundRect">
            <a:avLst>
              <a:gd name="adj" fmla="val 1799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name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997723"/>
            <a:ext cx="6446520" cy="33929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컷인 시스템 — 11톤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cutin-band-{11톤} + 만관 4단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론·쯔모·역만·만관·유국·치·펑·깡·무덤·스파이·증강 — 색은 --fx-color 코드 고정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fx-bolt / fx-scanline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 전용 프리미티브 — “번개가 스치듯” 150~300ms · shake 금지(후로=타격과 계열 분리)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augcat-*-256 엠블럼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발동 컷인 중앙 — 개별 108종 대신 카테고리 8종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cutin-victim-frame · fx-link-{beam|chain|tendril|target}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피격자 전면 컷인(rank_gate만 구현) · 지목 관계선 4종(현재 전무)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fx-rays / ring / particle / confetti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광선·충격파·파티클(금박/유리/불꽃)·역만 컨페티 — 현재 사각 div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01097" y="813816"/>
            <a:ext cx="5159925" cy="2862072"/>
          </a:xfrm>
          <a:prstGeom prst="roundRect">
            <a:avLst>
              <a:gd name="adj" fmla="val 2236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cu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393" y="896112"/>
            <a:ext cx="4995333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01097" y="3648456"/>
            <a:ext cx="5159925" cy="2862072"/>
          </a:xfrm>
          <a:prstGeom prst="roundRect">
            <a:avLst>
              <a:gd name="adj" fmla="val 2236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9" name="Image 1" descr="/private/tmp/claude-501/-Users-skul-Documents-deeplolDiscord/ea3f2d79-5360-47eb-b026-e40131fe0833/scratchpad/ppt/shots/cutin-a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93" y="3730752"/>
            <a:ext cx="4995333" cy="269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리치 풀 연출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stick-1000-large@2x.png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천점봉 실물 — 현재 CSS 그라디언트 막대가 화면 밖(-70vw)에서 날아옴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fx-riichi-band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붉은 사선 띠 — 수묵 피벗: 발묵(먹 번짐) 띠 후보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calli-riichi.png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“리치” 글자 — 현재 금속 그라디언트 텍스트 클립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fx-vignette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암전 비네트 오버레이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0533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97A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사운드 싱크: 연출이 화면에 뜨는 순간 리치 BGM 시작(4트랙 로테이션·직전 곡 회피) — 이 타이밍 규약 유지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75504" y="1806854"/>
            <a:ext cx="6611112" cy="3774643"/>
          </a:xfrm>
          <a:prstGeom prst="roundRect">
            <a:avLst>
              <a:gd name="adj" fmla="val 1696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8" name="Image 0" descr="/private/tmp/claude-501/-Users-skul-Documents-deeplolDiscord/ea3f2d79-5360-47eb-b026-e40131fe0833/scratchpad/ppt/shots/riichi-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89150"/>
            <a:ext cx="6446520" cy="36100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 결과 화면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result-frame@2x.png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풀스크린 정산 프레임 — 족자/두루마리 모티프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stamp-yaku-bg@2x.png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 낙관 도장 — “도장 찍히는” 연출인데 현재 사각 박스. 붉은 전각 도장으로(수묵 핵심 이식 지점) · 증강 역은 보라 변형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emblem-han-circle + emblem-{5등급}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판수 원형 배지 · 만관~역만 등급 엠블럼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fx-tile-halo · fx-petal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화료패 후광 · 낙하 꽃잎(현재 CSS 도형) → 먹 번짐/금박 조각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result-ryukyoku-layout (목업)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유국 화면 — 현재 타이틀+점수증감뿐. 텐파이/노텐 공개·유국 사유 표시(개발 선행)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420063"/>
            <a:ext cx="6611112" cy="4548226"/>
          </a:xfrm>
          <a:prstGeom prst="roundRect">
            <a:avLst>
              <a:gd name="adj" fmla="val 1407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502359"/>
            <a:ext cx="6446520" cy="4383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순위 화면 (재설계)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gameover-layout (목업)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 결과는 풀스크린인데 최종 결과가 420px 소형 카드 — 등수 발표 연출 포함 풀스크린 재설계 권고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medal-{1|2|3|4}@2x.png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순위 메달 — 현재 1위만 금색, 2·3·4위 스타일 자체가 없음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우마·오카 분해 표시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서버가 이미 보내는 데이터(uma/oka)를 렌더 안 함 — 소지점→우마→오카→최종 4단 분해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부호색 유지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+#8FE3A1 / −#FF8D7E / 0 #9DB4C8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1376393"/>
            <a:ext cx="6611112" cy="4635566"/>
          </a:xfrm>
          <a:prstGeom prst="roundRect">
            <a:avLst>
              <a:gd name="adj" fmla="val 1381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game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458689"/>
            <a:ext cx="6446520" cy="4470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캘리그래피 12종 (수묵의 간판)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calli-{12종}.png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화료 · 유국 · 도중유국 · 리치 · 론 · 쯔모 · 역만 · 치 · 펑 · 깡 · 대국시작 · 증강선택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시스템 고딕 + letter-spacing 수동값(10~26px) — 전용 서체·손글씨 없음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12종만 손글씨 이미지로 — 남발 금지(대비가 곧 도파민)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PNG/SVG 투명 · 대형(컷인)–중형(배너) 2사이즈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2092343"/>
            <a:ext cx="6611112" cy="3203666"/>
          </a:xfrm>
          <a:prstGeom prst="roundRect">
            <a:avLst>
              <a:gd name="adj" fmla="val 1998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cal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174639"/>
            <a:ext cx="6446520" cy="30390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09828" cy="310896"/>
          </a:xfrm>
          <a:prstGeom prst="roundRect">
            <a:avLst>
              <a:gd name="adj" fmla="val 50000"/>
            </a:avLst>
          </a:prstGeom>
          <a:solidFill>
            <a:srgbClr val="B07EF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P2~P3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40764" y="310896"/>
            <a:ext cx="10108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아이콘 — 이모지 24종 교체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icon-*.svg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24px 그리드 · 선 1.5px · 단색(currentColor)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무료 대체 가능(발주 제외)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설정·닫기·새로고침·재생 등 범용형은 Lucide/Phosphor로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커스텀 필수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마작 고유(방위·후로·패산)와 증강 계열(카테고리 8종·상태 19종·모달 6종)만 발주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5504" y="2403158"/>
            <a:ext cx="6611112" cy="2582037"/>
          </a:xfrm>
          <a:prstGeom prst="roundRect">
            <a:avLst>
              <a:gd name="adj" fmla="val 2479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pic>
        <p:nvPicPr>
          <p:cNvPr id="7" name="Image 0" descr="/private/tmp/claude-501/-Users-skul-Documents-deeplolDiscord/ea3f2d79-5360-47eb-b026-e40131fe0833/scratchpad/ppt/shots/emoji-i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485453"/>
            <a:ext cx="6446520" cy="2417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64739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3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구현 (styles.css 실렌더)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8FA8B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25296" y="31089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사운드 — 합성음의 실물화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02736" cy="1572768"/>
          </a:xfrm>
          <a:prstGeom prst="roundRect">
            <a:avLst>
              <a:gd name="adj" fmla="val 5233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1938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기반 SFX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24942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discard.wav · call.wav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188720"/>
            <a:ext cx="3602736" cy="1572768"/>
          </a:xfrm>
          <a:prstGeom prst="roundRect">
            <a:avLst>
              <a:gd name="adj" fmla="val 5233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81144" y="1938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WebAudio 합성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81144" y="224942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론·쯔모·역만·리치·증강 북소리…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47304" y="1188720"/>
            <a:ext cx="3602736" cy="1572768"/>
          </a:xfrm>
          <a:prstGeom prst="roundRect">
            <a:avLst>
              <a:gd name="adj" fmla="val 5233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5트랙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03336" y="1938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BGM (mp3 ~34MB)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03336" y="224942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 1 + 리치 4 로테이션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11155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화료·유국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sfx-{ron|tsumo|yakuman|mangan1~4|draw} — 역만은 공(98Hz) 롱테일, 만관 4단 스케일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후로·리치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sfx-call-{chi|pon|kan}(클랙 3음색) · sfx-riichi(임팩트+금속 링)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sfx-augment-{heavy|light|soft} — 큰 북 “둥” 계열, 후로 타악과 분리 · (삼광 구현 시) sfx-gwang 화투 “쩍”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UI·결과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sfx-ui-{prompt|draft|pick|round|score} · sfx-result-{step|tick|done}(펜타토닉 계단·카운트업)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유지·보류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BGM 5트랙 유지(트랙별 레벨 보정만) · 보이스(리치!/론!)와 로비 BGM은 도입 미정 · 효과음 볼륨 슬라이더 부재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디자이너 전달 핵심 체크리스트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5468112" cy="1517904"/>
          </a:xfrm>
          <a:prstGeom prst="roundRect">
            <a:avLst>
              <a:gd name="adj" fmla="val 542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13167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파일명·포맷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0664" y="166420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마작패·증강 id는 코드 참조명 그대로. 정적 UI=SVG+PNG@1x/@2x, 배경=WebP, 애니=스프라이트 시트+JSON(한 변 ≤2048px)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45352" y="1188720"/>
            <a:ext cx="5468112" cy="1517904"/>
          </a:xfrm>
          <a:prstGeom prst="roundRect">
            <a:avLst>
              <a:gd name="adj" fmla="val 542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83096" y="13167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캔버스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83096" y="166420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1920×1080 다크(#0A1826) 목업 · 보드 900×900 정사각(중심 y=46%) · vmin 비례라 9-slice/타일링 구조 필수 · 900px 브레이크 동시 검수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5468112" cy="1517904"/>
          </a:xfrm>
          <a:prstGeom prst="roundRect">
            <a:avLst>
              <a:gd name="adj" fmla="val 542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30083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17px 선검수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0664" y="33558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마작패·카테고리 아이콘·pill은 17px(16px)에서 먼저 구분 검수 — 통과 못 하면 반려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2880360"/>
            <a:ext cx="5468112" cy="1517904"/>
          </a:xfrm>
          <a:prstGeom prst="roundRect">
            <a:avLst>
              <a:gd name="adj" fmla="val 542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30083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상태 세트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83096" y="33558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버튼 4상태+focus · 토글 3상태 · 카드 3상태 · 타이머 2상태 — 현재 코드가 hover뿐이라 “상태가 곧 작업량”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5468112" cy="1517904"/>
          </a:xfrm>
          <a:prstGeom prst="roundRect">
            <a:avLst>
              <a:gd name="adj" fmla="val 542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4700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모션 규약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0664" y="504748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후로=타격(80~200ms) · 증강=섬광 스침(150~300ms, shake 금지) · 화료=의식(600~2000ms) · 발광 에셋은 정지 프레임 동봉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5352" y="4572000"/>
            <a:ext cx="5468112" cy="1517904"/>
          </a:xfrm>
          <a:prstGeom prst="roundRect">
            <a:avLst>
              <a:gd name="adj" fmla="val 5422"/>
            </a:avLst>
          </a:prstGeom>
          <a:solidFill>
            <a:srgbClr val="0D1B2B"/>
          </a:solidFill>
          <a:ln w="9525">
            <a:solidFill>
              <a:srgbClr val="334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4700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색·저작권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83096" y="504748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평시 채도색은 금뿐, 증강 순간에만 8색 · 토큰표 함께 제출 · 기존 마작 세트 트레이스 금지 + 2차 수정권 확보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4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발주 순서: </a:t>
            </a:r>
            <a:pPr indent="0" marL="0">
              <a:buNone/>
            </a:pPr>
            <a:r>
              <a:rPr lang="en-US" sz="1150" dirty="0">
                <a:solidFill>
                  <a:srgbClr val="9DB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P0(아트 디렉션 확정 + 패/작탁/인프라) → 승인 → P1(증강·버튼) → P2(연출·결과) → P3(사운드·브랜딩) · 상세 근거는 docs/19_UI_ASSET_SPEC.md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2026-07-25T21:38:01Z</dcterms:created>
  <dcterms:modified xsi:type="dcterms:W3CDTF">2026-07-25T21:38:01Z</dcterms:modified>
</cp:coreProperties>
</file>